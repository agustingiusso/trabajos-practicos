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d6ab6451b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d6ab6451b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6ab6451b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d6ab6451b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d6ab6451b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d6ab6451b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6ab6451b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d6ab6451b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6ab6451b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6ab6451b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d6ab6451b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d6ab6451b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rico-schmidt.name/pymotw-3/datetime/#fechas" TargetMode="External"/><Relationship Id="rId4" Type="http://schemas.openxmlformats.org/officeDocument/2006/relationships/hyperlink" Target="https://www.w3schools.com/python/python_datetime.asp" TargetMode="External"/><Relationship Id="rId5" Type="http://schemas.openxmlformats.org/officeDocument/2006/relationships/hyperlink" Target="https://docs.python.org/es/3/library/datetim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64750" y="15165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Menejo de fecha y hora - 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5"/>
                </a:solidFill>
              </a:rPr>
              <a:t>DATETIME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3600"/>
              <a:t>El módulo datetime incluye funciones y clases para hacer análisis, formateo y aritmética de fecha y hora.</a:t>
            </a:r>
            <a:endParaRPr b="0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Date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 txBox="1"/>
          <p:nvPr>
            <p:ph idx="4294967295" type="title"/>
          </p:nvPr>
        </p:nvSpPr>
        <p:spPr>
          <a:xfrm>
            <a:off x="519900" y="1480150"/>
            <a:ext cx="40521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800" u="sng"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i="1" lang="es" sz="1800" u="sng">
                <a:latin typeface="Lato"/>
                <a:ea typeface="Lato"/>
                <a:cs typeface="Lato"/>
                <a:sym typeface="Lato"/>
              </a:rPr>
              <a:t>Importación</a:t>
            </a:r>
            <a:r>
              <a:rPr b="0" i="1" lang="es" sz="1800" u="sng">
                <a:latin typeface="Lato"/>
                <a:ea typeface="Lato"/>
                <a:cs typeface="Lato"/>
                <a:sym typeface="Lato"/>
              </a:rPr>
              <a:t>: </a:t>
            </a:r>
            <a:endParaRPr b="0" i="1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from 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r>
              <a:rPr b="0" lang="es" sz="1800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import 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-Obtener fecha actual:</a:t>
            </a:r>
            <a:endParaRPr b="0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.today()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5"/>
          <p:cNvSpPr txBox="1"/>
          <p:nvPr>
            <p:ph idx="4294967295" type="title"/>
          </p:nvPr>
        </p:nvSpPr>
        <p:spPr>
          <a:xfrm>
            <a:off x="4734050" y="1480150"/>
            <a:ext cx="40521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-Obtener dia actual: </a:t>
            </a:r>
            <a:endParaRPr b="0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.today().day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-Obtener mes actual:</a:t>
            </a:r>
            <a:endParaRPr b="0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.today().month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Obtener año actual:</a:t>
            </a:r>
            <a:endParaRPr b="0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.today().year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idx="4294967295" type="title"/>
          </p:nvPr>
        </p:nvSpPr>
        <p:spPr>
          <a:xfrm>
            <a:off x="519900" y="432975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Date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90" name="Google Shape;90;p16"/>
          <p:cNvSpPr txBox="1"/>
          <p:nvPr>
            <p:ph idx="4294967295" type="title"/>
          </p:nvPr>
        </p:nvSpPr>
        <p:spPr>
          <a:xfrm>
            <a:off x="519900" y="1200975"/>
            <a:ext cx="80781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800" u="sng">
                <a:latin typeface="Lato"/>
                <a:ea typeface="Lato"/>
                <a:cs typeface="Lato"/>
                <a:sym typeface="Lato"/>
              </a:rPr>
              <a:t>-Sumar o restar </a:t>
            </a:r>
            <a:r>
              <a:rPr b="0" i="1" lang="es" sz="1800" u="sng">
                <a:latin typeface="Lato"/>
                <a:ea typeface="Lato"/>
                <a:cs typeface="Lato"/>
                <a:sym typeface="Lato"/>
              </a:rPr>
              <a:t>días</a:t>
            </a:r>
            <a:r>
              <a:rPr b="0" i="1" lang="es" sz="1800" u="sng">
                <a:latin typeface="Lato"/>
                <a:ea typeface="Lato"/>
                <a:cs typeface="Lato"/>
                <a:sym typeface="Lato"/>
              </a:rPr>
              <a:t>,mes,años: </a:t>
            </a:r>
            <a:endParaRPr b="0" i="1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from 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r>
              <a:rPr b="0" lang="es" sz="1800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import 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date,timedelta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.today() +/- timedelta(day=12)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Timedelta acepta como 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parámetros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 semanas,meses,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días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,horas o minutos.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timedelta(month=8) - Suma 8 meses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timedelta(day=1) - Suma 1 día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4294967295" type="title"/>
          </p:nvPr>
        </p:nvSpPr>
        <p:spPr>
          <a:xfrm>
            <a:off x="519900" y="432975"/>
            <a:ext cx="7617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Date - </a:t>
            </a:r>
            <a:r>
              <a:rPr lang="es" sz="3600"/>
              <a:t>O</a:t>
            </a:r>
            <a:r>
              <a:rPr lang="es" sz="3600"/>
              <a:t>peradores relacionales</a:t>
            </a:r>
            <a:endParaRPr sz="3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400" y="1492975"/>
            <a:ext cx="7617575" cy="29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Time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02" name="Google Shape;102;p18"/>
          <p:cNvSpPr txBox="1"/>
          <p:nvPr>
            <p:ph idx="4294967295" type="title"/>
          </p:nvPr>
        </p:nvSpPr>
        <p:spPr>
          <a:xfrm>
            <a:off x="519900" y="1480150"/>
            <a:ext cx="42957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800" u="sng">
                <a:latin typeface="Lato"/>
                <a:ea typeface="Lato"/>
                <a:cs typeface="Lato"/>
                <a:sym typeface="Lato"/>
              </a:rPr>
              <a:t>-Importación: </a:t>
            </a:r>
            <a:endParaRPr b="0" i="1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from 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r>
              <a:rPr b="0" lang="es" sz="1800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import 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datetime,time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-Obtener hora actual:</a:t>
            </a:r>
            <a:endParaRPr b="0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.now().time()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8"/>
          <p:cNvSpPr txBox="1"/>
          <p:nvPr>
            <p:ph idx="4294967295" type="title"/>
          </p:nvPr>
        </p:nvSpPr>
        <p:spPr>
          <a:xfrm>
            <a:off x="4734050" y="1480150"/>
            <a:ext cx="40521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-Obtener hora actual: </a:t>
            </a:r>
            <a:endParaRPr b="0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.now().time().hour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-Obtener minuto actual:</a:t>
            </a:r>
            <a:endParaRPr b="0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.now().time().minute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Obtener segundo actual:</a:t>
            </a:r>
            <a:endParaRPr b="0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.now().time().second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4294967295" type="title"/>
          </p:nvPr>
        </p:nvSpPr>
        <p:spPr>
          <a:xfrm>
            <a:off x="519900" y="432975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Time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09" name="Google Shape;109;p19"/>
          <p:cNvSpPr txBox="1"/>
          <p:nvPr>
            <p:ph idx="4294967295" type="title"/>
          </p:nvPr>
        </p:nvSpPr>
        <p:spPr>
          <a:xfrm>
            <a:off x="519900" y="1200975"/>
            <a:ext cx="80781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800" u="sng">
                <a:latin typeface="Lato"/>
                <a:ea typeface="Lato"/>
                <a:cs typeface="Lato"/>
                <a:sym typeface="Lato"/>
              </a:rPr>
              <a:t>-Sumar o restar horas,minutos o segundos: </a:t>
            </a:r>
            <a:endParaRPr b="0" i="1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from 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r>
              <a:rPr b="0" lang="es" sz="1800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import 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datetime,timedelta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.now().time()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 +/- timedelta(hours=1)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Timedelta acepta como parámetros años,meses,días.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timedelta(hours=10,minute=5) - Suma 1 hora y 15 minutos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4294967295" type="title"/>
          </p:nvPr>
        </p:nvSpPr>
        <p:spPr>
          <a:xfrm>
            <a:off x="519900" y="432975"/>
            <a:ext cx="8182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Cómo</a:t>
            </a:r>
            <a:r>
              <a:rPr lang="es" sz="3600">
                <a:solidFill>
                  <a:schemeClr val="dk1"/>
                </a:solidFill>
              </a:rPr>
              <a:t> almaceno estos valores?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15" name="Google Shape;115;p20"/>
          <p:cNvSpPr txBox="1"/>
          <p:nvPr>
            <p:ph idx="4294967295" type="title"/>
          </p:nvPr>
        </p:nvSpPr>
        <p:spPr>
          <a:xfrm>
            <a:off x="519900" y="1821500"/>
            <a:ext cx="8078100" cy="27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800" u="sng">
                <a:latin typeface="Lato"/>
                <a:ea typeface="Lato"/>
                <a:cs typeface="Lato"/>
                <a:sym typeface="Lato"/>
              </a:rPr>
              <a:t>-Date: </a:t>
            </a:r>
            <a:endParaRPr b="0" i="1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fecha = 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.today()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1" lang="es" sz="1800" u="sng">
                <a:latin typeface="Lato"/>
                <a:ea typeface="Lato"/>
                <a:cs typeface="Lato"/>
                <a:sym typeface="Lato"/>
              </a:rPr>
              <a:t>-Time: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	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hora = </a:t>
            </a:r>
            <a:r>
              <a:rPr b="0" lang="es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.now().time()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idx="4294967295" type="title"/>
          </p:nvPr>
        </p:nvSpPr>
        <p:spPr>
          <a:xfrm>
            <a:off x="519900" y="432975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Referencias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21" name="Google Shape;121;p21"/>
          <p:cNvSpPr txBox="1"/>
          <p:nvPr>
            <p:ph idx="4294967295" type="title"/>
          </p:nvPr>
        </p:nvSpPr>
        <p:spPr>
          <a:xfrm>
            <a:off x="519900" y="1200975"/>
            <a:ext cx="80781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https://rico-schmidt.name/pymotw-3/datetime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https://www.w3schools.com/python/python_datetime.asp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https://docs.python.org/es/3/library/datetime.html</a:t>
            </a:r>
            <a:r>
              <a:rPr b="0" lang="es" sz="1800">
                <a:latin typeface="Lato"/>
                <a:ea typeface="Lato"/>
                <a:cs typeface="Lato"/>
                <a:sym typeface="Lato"/>
              </a:rPr>
              <a:t>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s" sz="1800">
                <a:latin typeface="Lato"/>
                <a:ea typeface="Lato"/>
                <a:cs typeface="Lato"/>
                <a:sym typeface="Lato"/>
              </a:rPr>
              <a:t>	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